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783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11535" cy="5577840"/>
          </a:xfrm>
          <a:prstGeom prst="roundRect">
            <a:avLst>
              <a:gd name="adj" fmla="val 4098"/>
            </a:avLst>
          </a:prstGeom>
          <a:solidFill>
            <a:srgbClr val="FAF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600" b="1" dirty="0">
                <a:solidFill>
                  <a:srgbClr val="16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قلم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kern="0" spc="600" dirty="0">
                <a:solidFill>
                  <a:srgbClr val="0E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Qalam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i="1" dirty="0">
                <a:solidFill>
                  <a:srgbClr val="FF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ערבית אמיתית. לא משחק.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אפליקציה ללימוד כתיבת ערבית בכתב יד לילדים — אנדרואיד, טאבלט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452628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חברי הצוות:  </a:t>
            </a:r>
            <a:r>
              <a:rPr lang="en-US" sz="1800" b="1" dirty="0">
                <a:solidFill>
                  <a:srgbClr val="FF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‹הוסיפו כאן את שמות חברי הצוות›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236272 · פיתוח לאנדרואיד · אביב 2025/26   |   הדגמת התקדמות · 01/06/2026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168A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E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זאת Qalam?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34095" y="1298448"/>
            <a:ext cx="3108960" cy="54864"/>
          </a:xfrm>
          <a:prstGeom prst="rect">
            <a:avLst/>
          </a:prstGeom>
          <a:solidFill>
            <a:srgbClr val="F2A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7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כמעט כל אפליקציה ללימוד ערבית מלמדת אותה כשפה זרה — בחירה מרובה, מקלדת, הקשה על תשובה. אף אחת לא מלמדת ילד לכתוב את האותיות ביד — וזה בדיוק מה שמקבע את השפה.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0911535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r" rtl="1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קהל יעד: ילדים ששומעים ערבית בבית אך עדיין אינם קוראים/כותבים (heritage learners).הלולאה: אות מקווקוות מופיעה ← הילד מעתיק בעט סטיילוס ← האפליקציה מנקדת את המשיכות על המכשיר ← משוב מיידי וספציפי. ושוב.מימין-לשמאל, ללא צבירת נקודות, ללא דמויות משחק. כוכב = סימן שליטה אמיתי, לא ניקוד.ניקוד כתב היד: Google ML Kit Digital Ink — על המכשיר, ללא הלוך-ושוב לרשת.המתחרה האמיתי הוא מורה פרטי ב-60$ לשעה — Qalam הוא המורה הסבלני שזמין ב-21:00 ביום שלישי.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Qalam · قلم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168A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E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ספרינט 1 — לולאת הלמידה המרכזית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34095" y="1298448"/>
            <a:ext cx="3108960" cy="54864"/>
          </a:xfrm>
          <a:prstGeom prst="rect">
            <a:avLst/>
          </a:prstGeom>
          <a:solidFill>
            <a:srgbClr val="F2A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17175" y="1655064"/>
            <a:ext cx="1234440" cy="530352"/>
          </a:xfrm>
          <a:prstGeom prst="rect">
            <a:avLst/>
          </a:prstGeom>
          <a:solidFill>
            <a:srgbClr val="168A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S1-01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36776"/>
            <a:ext cx="94484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2A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(ילד) </a:t>
            </a:r>
            <a:r>
              <a:rPr lang="en-US" sz="14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לפתוח את האפליקציה ולראות מיד את שיעור היום מוכן — בלי לנווט.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F3ECDC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317175" y="2404872"/>
            <a:ext cx="1234440" cy="530352"/>
          </a:xfrm>
          <a:prstGeom prst="rect">
            <a:avLst/>
          </a:prstGeom>
          <a:solidFill>
            <a:srgbClr val="168A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S1-04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386584"/>
            <a:ext cx="94484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2A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(ילד) </a:t>
            </a:r>
            <a:r>
              <a:rPr lang="en-US" sz="14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לצפות באנימציה של סדר המשיכות הנכון לפני כתיבת האות.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317175" y="3154680"/>
            <a:ext cx="1234440" cy="530352"/>
          </a:xfrm>
          <a:prstGeom prst="rect">
            <a:avLst/>
          </a:prstGeom>
          <a:solidFill>
            <a:srgbClr val="168A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S1-05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136392"/>
            <a:ext cx="94484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2A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(ילד) </a:t>
            </a:r>
            <a:r>
              <a:rPr lang="en-US" sz="14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להעתיק אותיות עם הסטיילוס ולקבל משוב מיידי על הצורה וסדר המשיכות.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F3ECDC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17175" y="3904488"/>
            <a:ext cx="1234440" cy="530352"/>
          </a:xfrm>
          <a:prstGeom prst="rect">
            <a:avLst/>
          </a:prstGeom>
          <a:solidFill>
            <a:srgbClr val="168A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S1-09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886200"/>
            <a:ext cx="94484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2A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(ילד) </a:t>
            </a:r>
            <a:r>
              <a:rPr lang="en-US" sz="14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השיעור הבא נפתח רק אחרי שעברתי את הנוכחי — תמיד בונים על יסוד מוצק.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599432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317175" y="4654296"/>
            <a:ext cx="1234440" cy="530352"/>
          </a:xfrm>
          <a:prstGeom prst="rect">
            <a:avLst/>
          </a:prstGeom>
          <a:solidFill>
            <a:srgbClr val="168A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S1-10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636008"/>
            <a:ext cx="94484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2A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(ילד) </a:t>
            </a:r>
            <a:r>
              <a:rPr lang="en-US" sz="14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לקבל כוכב בסיום שיעור — אישור שקט על שליטה, לא צבירת ניקוד.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F3ECDC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17175" y="5404104"/>
            <a:ext cx="1234440" cy="530352"/>
          </a:xfrm>
          <a:prstGeom prst="rect">
            <a:avLst/>
          </a:prstGeom>
          <a:solidFill>
            <a:srgbClr val="168A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S1-02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385816"/>
            <a:ext cx="94484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2A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(הורה) </a:t>
            </a:r>
            <a:r>
              <a:rPr lang="en-US" sz="14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ליצור פרופיל לילד עם שם וכיתה, כדי שהאפליקציה תכין את תוכנית הלימוד הנכונה.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144768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מתוך docs/USER_STORIES.md — ספרינט 1 = מיילסטון v1 (מקומי, על-המכשיר, ללא חשבון).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Qalam · قلم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168A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E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מסכים שמומשו — מסך הבית (Home)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34095" y="1298448"/>
            <a:ext cx="3108960" cy="54864"/>
          </a:xfrm>
          <a:prstGeom prst="rect">
            <a:avLst/>
          </a:prstGeom>
          <a:solidFill>
            <a:srgbClr val="F2A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621128" y="1600200"/>
            <a:ext cx="6766560" cy="4023360"/>
          </a:xfrm>
          <a:prstGeom prst="roundRect">
            <a:avLst>
              <a:gd name="adj" fmla="val 2727"/>
            </a:avLst>
          </a:prstGeom>
          <a:solidFill>
            <a:srgbClr val="F3ECDC"/>
          </a:solidFill>
          <a:ln w="25400">
            <a:solidFill>
              <a:srgbClr val="168A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621128" y="31089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16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 ‹צילום מסך אמיתי כאן›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621128" y="37490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(החליפו את התיבה הזו בצילום מסך מהמכשיר/אמולטור)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18808" y="1737360"/>
            <a:ext cx="2286000" cy="365760"/>
          </a:xfrm>
          <a:prstGeom prst="rect">
            <a:avLst/>
          </a:prstGeom>
          <a:solidFill>
            <a:srgbClr val="F2A60C"/>
          </a:solidFill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ממומש · פאזה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en-US" sz="14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לוגו قلم בראש, שיעור היום, וכפתור התחלה אחד. מימין-לשמאל; ה-chrome נשאר LTR, התוכן הערבי הוא 'אי' RTL.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Qalam · قلم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168A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E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מסכים שמומשו — מסך התרגול (Practice / Trace)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34095" y="1298448"/>
            <a:ext cx="3108960" cy="54864"/>
          </a:xfrm>
          <a:prstGeom prst="rect">
            <a:avLst/>
          </a:prstGeom>
          <a:solidFill>
            <a:srgbClr val="F2A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621128" y="1600200"/>
            <a:ext cx="6766560" cy="4023360"/>
          </a:xfrm>
          <a:prstGeom prst="roundRect">
            <a:avLst>
              <a:gd name="adj" fmla="val 2727"/>
            </a:avLst>
          </a:prstGeom>
          <a:solidFill>
            <a:srgbClr val="F3ECDC"/>
          </a:solidFill>
          <a:ln w="25400">
            <a:solidFill>
              <a:srgbClr val="168A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621128" y="31089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16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 ‹צילום מסך אמיתי כאן›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621128" y="37490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(החליפו את התיבה הזו בצילום מסך מהמכשיר/אמולטור)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18808" y="1737360"/>
            <a:ext cx="2286000" cy="365760"/>
          </a:xfrm>
          <a:prstGeom prst="rect">
            <a:avLst/>
          </a:prstGeom>
          <a:solidFill>
            <a:srgbClr val="F2A60C"/>
          </a:solidFill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ממומש · פאזה 1 (ספייק)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en-US" sz="14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קנבס כתיבה — 'כתוב כאן'. הילד מעתיק את האות בעט; לכידת המשיכות פעילה (ספייק ML Kit). כפתור ניקוי עם אישור.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Qalam · قلم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168A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E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מסכים שמומשו — מסך ההגדרות (Settings)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34095" y="1298448"/>
            <a:ext cx="3108960" cy="54864"/>
          </a:xfrm>
          <a:prstGeom prst="rect">
            <a:avLst/>
          </a:prstGeom>
          <a:solidFill>
            <a:srgbClr val="F2A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621128" y="1600200"/>
            <a:ext cx="6766560" cy="4023360"/>
          </a:xfrm>
          <a:prstGeom prst="roundRect">
            <a:avLst>
              <a:gd name="adj" fmla="val 2727"/>
            </a:avLst>
          </a:prstGeom>
          <a:solidFill>
            <a:srgbClr val="F3ECDC"/>
          </a:solidFill>
          <a:ln w="25400">
            <a:solidFill>
              <a:srgbClr val="168A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621128" y="31089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16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 ‹צילום מסך אמיתי כאן›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621128" y="37490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(החליפו את התיבה הזו בצילום מסך מהמכשיר/אמולטור)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18808" y="1737360"/>
            <a:ext cx="2286000" cy="365760"/>
          </a:xfrm>
          <a:prstGeom prst="rect">
            <a:avLst/>
          </a:prstGeom>
          <a:solidFill>
            <a:srgbClr val="F2A60C"/>
          </a:solidFill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ממומש · פאזה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80644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10000"/>
              </a:lnSpc>
              <a:buNone/>
            </a:pPr>
            <a:r>
              <a:rPr lang="en-US" sz="14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שלד ההגדרות: קול · יד ימין/שמאל · אזור הורים. מאשר שהניווט והשמירה המקומית עובדים.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Qalam · قلم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168A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E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אתגר 1 — איך בכלל מזהים כתיבה ודיו?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34095" y="1298448"/>
            <a:ext cx="3108960" cy="54864"/>
          </a:xfrm>
          <a:prstGeom prst="rect">
            <a:avLst/>
          </a:prstGeom>
          <a:solidFill>
            <a:srgbClr val="F2A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0000"/>
              </a:lnSpc>
              <a:buNone/>
            </a:pPr>
            <a:r>
              <a:rPr lang="en-US" sz="16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השאלה הראשונה והקריטית בפרויקט (R1) — היא חסמה את כל השאר: איך לוכדים ומזהים את מה שהילד כותב על המסך?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0E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בדקנו כמה גישות בפועל: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091153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r" rtl="1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ML Kit Digital Ink — זיהוי דיו על המכשירOCR / טרנספורמר (TrOCR) — על המכשיר מול שרת, ולטנסימסווג TFLite מותאם אישית, מאומן על אותיות תוכנית הלימודבדיקה גאומטרית טהורה — השוואת המשיכות לקו-ייחוס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0911535" cy="1463040"/>
          </a:xfrm>
          <a:prstGeom prst="roundRect">
            <a:avLst>
              <a:gd name="adj" fmla="val 6250"/>
            </a:avLst>
          </a:prstGeom>
          <a:solidFill>
            <a:srgbClr val="F3ECDC"/>
          </a:solidFill>
          <a:ln w="15875">
            <a:solidFill>
              <a:srgbClr val="168A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104543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E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נחתנו על Google ML Kit Digital Ink</a:t>
            </a:r>
            <a:r>
              <a:rPr lang="en-US" sz="15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על המכשיר, ללא הלוך-ושוב לרשת, עם תמיכה אמיתית בערבית.
אבל התובנה המרכזית: ML Kit אומר </a:t>
            </a:r>
            <a:r>
              <a:rPr lang="en-US" sz="1500" b="1" i="1" dirty="0">
                <a:solidFill>
                  <a:srgbClr val="FF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איזו</a:t>
            </a:r>
            <a:r>
              <a:rPr lang="en-US" sz="15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אות נכתבה — לא </a:t>
            </a:r>
            <a:r>
              <a:rPr lang="en-US" sz="1500" b="1" i="1" dirty="0">
                <a:solidFill>
                  <a:srgbClr val="FF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</a:t>
            </a:r>
            <a:r>
              <a:rPr lang="en-US" sz="15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נכתבה (סדר משיכות, כיוון, צורה). וה‏'איך' הוא כל העניין בלימוד כתיבה ביד.  →  אתגר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576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Qalam · قلم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168A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0E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אתגר 2 — לזהות את צורת האות וסדר המשיכות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34095" y="1298448"/>
            <a:ext cx="3108960" cy="54864"/>
          </a:xfrm>
          <a:prstGeom prst="rect">
            <a:avLst/>
          </a:prstGeom>
          <a:solidFill>
            <a:srgbClr val="F2A6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6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 ML Kit לא מנקד את ה‏'איך', אנחנו בונים מנקד גאומטרי משלנו: הוא משווה את משיכות הילד לקו-ייחוס (centerline) של כל אות — הקו שהעט אמור לעבור עליו.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14455" y="2651760"/>
            <a:ext cx="109728" cy="914400"/>
          </a:xfrm>
          <a:prstGeom prst="rect">
            <a:avLst/>
          </a:prstGeom>
          <a:solidFill>
            <a:srgbClr val="FF8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05914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הבאג שתפסנו:  </a:t>
            </a:r>
            <a:r>
              <a:rPr lang="en-US" sz="14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קו-הייחוס הראשון שלנו היה המתאר (outline) של האות מהפונט — הצללית החיצונית — ולא קו-המרכז שהעט עובר עליו. זה שיבש גם את הניקוד וגם את אנימציית 'תראה אותי כותב'.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14455" y="3749040"/>
            <a:ext cx="109728" cy="914400"/>
          </a:xfrm>
          <a:prstGeom prst="rect">
            <a:avLst/>
          </a:prstGeom>
          <a:solidFill>
            <a:srgbClr val="FF8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105914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התיקון:  </a:t>
            </a:r>
            <a:r>
              <a:rPr lang="en-US" sz="14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פאזה דחופה (02.1) — כתבנו מחדש את האותיות כקווי-מרכז פתוחים (באישור המומחית), בנינו מסך authoring בתוך האפליקציה, והוספנו validator אוטומטי שמונע מהבאג לחזור.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14455" y="4846320"/>
            <a:ext cx="109728" cy="914400"/>
          </a:xfrm>
          <a:prstGeom prst="rect">
            <a:avLst/>
          </a:prstGeom>
          <a:solidFill>
            <a:srgbClr val="FF8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105914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E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השורה התחתונה:  </a:t>
            </a:r>
            <a:r>
              <a:rPr lang="en-US" sz="1400" dirty="0">
                <a:solidFill>
                  <a:srgbClr val="22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המנקד הגאומטרי הוא ה-risk הגבוה ביותר בפרויקט — ML Kit לא נותן אותו — ולכן בנינו אותו בעצמנו ובידדנו אותו.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6400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Qalam · قلم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02975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</Words>
  <Application>Microsoft Macintosh PowerPoint</Application>
  <PresentationFormat>Widescreen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Qalam — Demo</dc:title>
  <dc:subject>PptxGenJS Presentation</dc:subject>
  <dc:creator>Qalam Team</dc:creator>
  <cp:lastModifiedBy>Maree Khalila</cp:lastModifiedBy>
  <cp:revision>1</cp:revision>
  <dcterms:created xsi:type="dcterms:W3CDTF">2026-06-01T18:44:44Z</dcterms:created>
  <dcterms:modified xsi:type="dcterms:W3CDTF">2026-06-01T18:47:05Z</dcterms:modified>
</cp:coreProperties>
</file>